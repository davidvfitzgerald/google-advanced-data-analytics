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4"/>
  </p:notesMasterIdLst>
  <p:sldIdLst>
    <p:sldId id="257" r:id="rId3"/>
  </p:sldIdLst>
  <p:sldSz cx="7772400" cy="10058400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SemiBold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219" autoAdjust="0"/>
    <p:restoredTop sz="94660"/>
  </p:normalViewPr>
  <p:slideViewPr>
    <p:cSldViewPr snapToGrid="0">
      <p:cViewPr>
        <p:scale>
          <a:sx n="75" d="100"/>
          <a:sy n="75" d="100"/>
        </p:scale>
        <p:origin x="288" y="-144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slide" Target="slides/slide1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94" name="Google Shape;194;p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 dirty="0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 dirty="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2"/>
                </a:solidFill>
              </a:rPr>
              <a:t>The goal of this project is to build a multiple linear regression model that is capable of predicting the taxi fare amount based on variables for which data is available.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3886200" y="6272332"/>
            <a:ext cx="3455630" cy="30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Lato"/>
              </a:rPr>
              <a:t>Scatterplot showing the predicted values versus the actual values for the fare amount.</a:t>
            </a:r>
            <a:endParaRPr sz="800" i="1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2912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Linear Regression Model for Predicting Taxi Fares</a:t>
              </a:r>
              <a:endParaRPr sz="1900" dirty="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025250" y="962130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dirty="0">
                  <a:latin typeface="Google Sans" panose="020B0604020202020204" charset="0"/>
                  <a:ea typeface="Google Sans" panose="020B0604020202020204" charset="0"/>
                  <a:cs typeface="Google Sans" panose="020B0604020202020204" charset="0"/>
                  <a:sym typeface="Roboto"/>
                </a:rPr>
                <a:t>Executive Summary</a:t>
              </a:r>
              <a:endParaRPr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Roboto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E062BA9A-9FD6-F289-3A43-4FCB7E85D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344107"/>
            <a:ext cx="3037545" cy="292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421;p17">
            <a:extLst>
              <a:ext uri="{FF2B5EF4-FFF2-40B4-BE49-F238E27FC236}">
                <a16:creationId xmlns:a16="http://schemas.microsoft.com/office/drawing/2014/main" id="{AE571CE4-A83D-C3B0-4878-7616A03E5716}"/>
              </a:ext>
            </a:extLst>
          </p:cNvPr>
          <p:cNvSpPr txBox="1"/>
          <p:nvPr/>
        </p:nvSpPr>
        <p:spPr>
          <a:xfrm>
            <a:off x="287625" y="3926116"/>
            <a:ext cx="2943255" cy="637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An EDA was performed to identify what variables could be used for predicting the fare amount.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</a:t>
            </a:r>
            <a:r>
              <a:rPr lang="en-GB" sz="12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trip_distance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and duration (</a:t>
            </a:r>
            <a:r>
              <a:rPr lang="en-GB" sz="12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tpep_dropoff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- </a:t>
            </a:r>
            <a:r>
              <a:rPr lang="en-GB" sz="12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tpep_pickup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) were identified as potential candidates for predicting the fare amount, alongside a couple of other variables.</a:t>
            </a:r>
          </a:p>
          <a:p>
            <a:pPr lvl="0"/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/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From the </a:t>
            </a:r>
            <a:r>
              <a:rPr lang="en-GB" sz="12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trip_distance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and the duration, the mean values for pairs of pick-up and drop-off locations were computed. A “rush hour” variable was also added to tag trips that occur during rush hour based on the </a:t>
            </a:r>
            <a:r>
              <a:rPr lang="en-GB" sz="12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tpep_pickup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variable.</a:t>
            </a:r>
          </a:p>
          <a:p>
            <a:pPr lvl="0"/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/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final model used </a:t>
            </a:r>
            <a:r>
              <a:rPr lang="en-GB" sz="1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following predictor variables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mean_distance</a:t>
            </a:r>
            <a:endParaRPr lang="en-GB" sz="105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mean_duration</a:t>
            </a:r>
            <a:endParaRPr lang="en-GB" sz="105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rush_hour</a:t>
            </a:r>
            <a:endParaRPr lang="en-GB" sz="105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VendorID</a:t>
            </a:r>
            <a:endParaRPr lang="en-GB" sz="105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After scaling the predictors and fitting the linear model, the </a:t>
            </a:r>
            <a:r>
              <a:rPr lang="en-GB" sz="1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</a:t>
            </a:r>
            <a:r>
              <a:rPr lang="en-GB" sz="1200" b="1" baseline="300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2</a:t>
            </a:r>
            <a:r>
              <a:rPr lang="en-GB" sz="1200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value of 0.868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was obtained on the test data.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residuals followed a normal distribution and were scattered randomly, meaning that the modelling assumptions are met.</a:t>
            </a:r>
          </a:p>
        </p:txBody>
      </p:sp>
      <p:sp>
        <p:nvSpPr>
          <p:cNvPr id="8" name="Google Shape;421;p17">
            <a:extLst>
              <a:ext uri="{FF2B5EF4-FFF2-40B4-BE49-F238E27FC236}">
                <a16:creationId xmlns:a16="http://schemas.microsoft.com/office/drawing/2014/main" id="{650AE808-6E5C-DE9B-32F4-D36422C3B218}"/>
              </a:ext>
            </a:extLst>
          </p:cNvPr>
          <p:cNvSpPr txBox="1"/>
          <p:nvPr/>
        </p:nvSpPr>
        <p:spPr>
          <a:xfrm>
            <a:off x="3384704" y="6499547"/>
            <a:ext cx="421242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scatterplot based on the test data shows that the model predicts the actual fare amounts quite well.</a:t>
            </a:r>
          </a:p>
        </p:txBody>
      </p:sp>
      <p:sp>
        <p:nvSpPr>
          <p:cNvPr id="9" name="Google Shape;421;p17">
            <a:extLst>
              <a:ext uri="{FF2B5EF4-FFF2-40B4-BE49-F238E27FC236}">
                <a16:creationId xmlns:a16="http://schemas.microsoft.com/office/drawing/2014/main" id="{7DE0AE2E-FB99-89AB-0289-3D8001C4ECCD}"/>
              </a:ext>
            </a:extLst>
          </p:cNvPr>
          <p:cNvSpPr txBox="1"/>
          <p:nvPr/>
        </p:nvSpPr>
        <p:spPr>
          <a:xfrm>
            <a:off x="3384704" y="7726587"/>
            <a:ext cx="4212421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model needs to be adapted to take into account the fixed fare amount for taxi rides to and from the JFK airport.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model could also be simplified by being retrained without the </a:t>
            </a:r>
            <a:r>
              <a:rPr lang="en-GB" sz="1200" dirty="0" err="1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VendorID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, as it does not provide any predicting power.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final </a:t>
            </a:r>
            <a:r>
              <a:rPr lang="en-GB" sz="120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model can </a:t>
            </a:r>
            <a:r>
              <a:rPr lang="en-GB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be used to predict fare amounts, given that the mean distance between the pick-up and drop-off locations is known.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Google Sans</vt:lpstr>
      <vt:lpstr>Roboto</vt:lpstr>
      <vt:lpstr>Work Sans</vt:lpstr>
      <vt:lpstr>Calibri</vt:lpstr>
      <vt:lpstr>Lato</vt:lpstr>
      <vt:lpstr>PT Sans Narrow</vt:lpstr>
      <vt:lpstr>Google Sans SemiBold</vt:lpstr>
      <vt:lpstr>Arial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FitzGerald</cp:lastModifiedBy>
  <cp:revision>1</cp:revision>
  <dcterms:modified xsi:type="dcterms:W3CDTF">2026-03-26T16:06:12Z</dcterms:modified>
</cp:coreProperties>
</file>