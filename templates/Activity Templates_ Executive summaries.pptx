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10058400" cx="7772400"/>
  <p:notesSz cx="6858000" cy="9144000"/>
  <p:embeddedFontLst>
    <p:embeddedFont>
      <p:font typeface="Google Sans SemiBold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PT Sans Narrow"/>
      <p:regular r:id="rId22"/>
      <p:bold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Google Sans"/>
      <p:regular r:id="rId28"/>
      <p:bold r:id="rId29"/>
      <p:italic r:id="rId30"/>
      <p:boldItalic r:id="rId31"/>
    </p:embeddedFont>
    <p:embeddedFont>
      <p:font typeface="Work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PTSansNarrow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Lato-regular.fntdata"/><Relationship Id="rId23" Type="http://schemas.openxmlformats.org/officeDocument/2006/relationships/font" Target="fonts/PTSansNarrow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GoogleSans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Google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GoogleSans-boldItalic.fntdata"/><Relationship Id="rId30" Type="http://schemas.openxmlformats.org/officeDocument/2006/relationships/font" Target="fonts/GoogleSans-italic.fntdata"/><Relationship Id="rId11" Type="http://schemas.openxmlformats.org/officeDocument/2006/relationships/slide" Target="slides/slide5.xml"/><Relationship Id="rId33" Type="http://schemas.openxmlformats.org/officeDocument/2006/relationships/font" Target="fonts/WorkSans-bold.fntdata"/><Relationship Id="rId10" Type="http://schemas.openxmlformats.org/officeDocument/2006/relationships/slide" Target="slides/slide4.xml"/><Relationship Id="rId32" Type="http://schemas.openxmlformats.org/officeDocument/2006/relationships/font" Target="fonts/WorkSans-regular.fntdata"/><Relationship Id="rId13" Type="http://schemas.openxmlformats.org/officeDocument/2006/relationships/slide" Target="slides/slide7.xml"/><Relationship Id="rId35" Type="http://schemas.openxmlformats.org/officeDocument/2006/relationships/font" Target="fonts/WorkSans-boldItalic.fntdata"/><Relationship Id="rId12" Type="http://schemas.openxmlformats.org/officeDocument/2006/relationships/slide" Target="slides/slide6.xml"/><Relationship Id="rId34" Type="http://schemas.openxmlformats.org/officeDocument/2006/relationships/font" Target="fonts/WorkSans-italic.fntdata"/><Relationship Id="rId15" Type="http://schemas.openxmlformats.org/officeDocument/2006/relationships/font" Target="fonts/GoogleSansSemiBold-bold.fntdata"/><Relationship Id="rId14" Type="http://schemas.openxmlformats.org/officeDocument/2006/relationships/font" Target="fonts/GoogleSansSemiBold-regular.fntdata"/><Relationship Id="rId17" Type="http://schemas.openxmlformats.org/officeDocument/2006/relationships/font" Target="fonts/GoogleSansSemiBold-boldItalic.fntdata"/><Relationship Id="rId16" Type="http://schemas.openxmlformats.org/officeDocument/2006/relationships/font" Target="fonts/GoogleSansSemiBold-italic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e3a6309cc6_3_31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e3a6309cc6_3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e3a6309cc6_3_31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e3a6309cc6_3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e3a6309cc6_3_32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e3a6309cc6_3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e3a6309cc6_3_329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e3a6309cc6_3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e3a6309cc6_3_33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1e3a6309cc6_3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1e3a6309cc6_3_33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1e3a6309cc6_3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e3a6309cc6_3_34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e3a6309cc6_3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3"/>
          <p:cNvCxnSpPr>
            <a:stCxn id="68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" name="Google Shape;69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8" name="Google Shape;6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8" name="Google Shape;78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79" name="Google Shape;79;p3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3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3"/>
          <p:cNvCxnSpPr>
            <a:stCxn id="84" idx="0"/>
          </p:cNvCxnSpPr>
          <p:nvPr/>
        </p:nvCxnSpPr>
        <p:spPr>
          <a:xfrm flipH="1">
            <a:off x="172020" y="9036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" name="Google Shape;85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4" name="Google Shape;8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9" name="Google Shape;89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90" name="Google Shape;90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6" name="Google Shape;96;p3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7" name="Google Shape;97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3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101" name="Google Shape;101;p3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3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5" name="Google Shape;105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9" name="Google Shape;109;p3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10" name="Google Shape;110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3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9" name="Google Shape;119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20" name="Google Shape;120;p4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4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2" name="Google Shape;122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5" name="Google Shape;125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6" name="Google Shape;126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31" name="Google Shape;131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6" name="Google Shape;136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41" name="Google Shape;141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6" name="Google Shape;156;p4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61" name="Google Shape;161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62" name="Google Shape;162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7" name="Google Shape;16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1" name="Google Shape;171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6" name="Google Shape;176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7" name="Google Shape;17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81" name="Google Shape;181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3" name="Google Shape;183;p5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 NOT USE ">
  <p:cSld name="TITLE_2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" name="Google Shape;187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8" name="Google Shape;188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rect b="b" l="l" r="r" t="t"/>
              <a:pathLst>
                <a:path extrusionOk="0" h="19840" w="367556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9" name="Google Shape;189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rect b="b" l="l" r="r" t="t"/>
              <a:pathLst>
                <a:path extrusionOk="0" h="18959" w="366343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O NOT USE">
  <p:cSld name="CUSTOM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98" name="Google Shape;198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02" name="Google Shape;202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203" name="Google Shape;203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04" name="Google Shape;204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6" name="Google Shape;206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08" name="Google Shape;208;p9"/>
          <p:cNvCxnSpPr>
            <a:stCxn id="198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0" name="Google Shape;210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11" name="Google Shape;211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3" name="Google Shape;213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14" name="Google Shape;214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6" name="Google Shape;216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17" name="Google Shape;217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19" name="Google Shape;219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222" name="Google Shape;222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23" name="Google Shape;223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4" name="Google Shape;224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27" name="Google Shape;227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228" name="Google Shape;228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29" name="Google Shape;229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233" name="Google Shape;233;p9"/>
          <p:cNvCxnSpPr>
            <a:stCxn id="223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5" name="Google Shape;235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36" name="Google Shape;236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39" name="Google Shape;239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41" name="Google Shape;241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42" name="Google Shape;242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44" name="Google Shape;244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7" name="Google Shape;247;p9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10"/>
          <p:cNvCxnSpPr>
            <a:stCxn id="250" idx="1"/>
          </p:cNvCxnSpPr>
          <p:nvPr/>
        </p:nvCxnSpPr>
        <p:spPr>
          <a:xfrm>
            <a:off x="3033472" y="937660"/>
            <a:ext cx="15900" cy="656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1" name="Google Shape;251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52" name="Google Shape;252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3" name="Google Shape;253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56" name="Google Shape;256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57" name="Google Shape;257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61" name="Google Shape;261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62" name="Google Shape;262;p10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66" name="Google Shape;266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8" name="Google Shape;268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70" name="Google Shape;270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71" name="Google Shape;271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50" name="Google Shape;250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74" name="Google Shape;274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76" name="Google Shape;276;p10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277" name="Google Shape;277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4069DD"/>
            </a:solidFill>
            <a:ln cap="flat" cmpd="sng" w="9525">
              <a:solidFill>
                <a:srgbClr val="4069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10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0" name="Google Shape;280;p10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281" name="Google Shape;281;p10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10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4" name="Google Shape;284;p10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285" name="Google Shape;285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0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9" name="Google Shape;289;p10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290" name="Google Shape;290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10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Google Shape;294;p11"/>
          <p:cNvCxnSpPr/>
          <p:nvPr/>
        </p:nvCxnSpPr>
        <p:spPr>
          <a:xfrm>
            <a:off x="400175" y="1369975"/>
            <a:ext cx="0" cy="8693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5" name="Google Shape;295;p11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296" name="Google Shape;296;p11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1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98" name="Google Shape;298;p11"/>
          <p:cNvCxnSpPr/>
          <p:nvPr/>
        </p:nvCxnSpPr>
        <p:spPr>
          <a:xfrm>
            <a:off x="7324850" y="1360450"/>
            <a:ext cx="0" cy="8731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11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11"/>
          <p:cNvCxnSpPr/>
          <p:nvPr/>
        </p:nvCxnSpPr>
        <p:spPr>
          <a:xfrm>
            <a:off x="3861475" y="3505200"/>
            <a:ext cx="0" cy="6576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1" name="Google Shape;301;p11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302" name="Google Shape;302;p11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" name="Google Shape;306;p11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307" name="Google Shape;307;p11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11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312" name="Google Shape;312;p11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11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317" name="Google Shape;317;p11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1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1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11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7" name="Google Shape;327;p11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31" name="Google Shape;331;p12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32" name="Google Shape;332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36" name="Google Shape;336;p12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37" name="Google Shape;33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9" name="Google Shape;33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0" name="Google Shape;34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41" name="Google Shape;341;p12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46" name="Google Shape;346;p12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347" name="Google Shape;34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51" name="Google Shape;351;p12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CUSTOM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5">
  <p:cSld name="CUSTOM_2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14"/>
          <p:cNvCxnSpPr/>
          <p:nvPr/>
        </p:nvCxnSpPr>
        <p:spPr>
          <a:xfrm>
            <a:off x="3049395" y="13591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14"/>
          <p:cNvCxnSpPr>
            <a:stCxn id="356" idx="0"/>
          </p:cNvCxnSpPr>
          <p:nvPr/>
        </p:nvCxnSpPr>
        <p:spPr>
          <a:xfrm flipH="1">
            <a:off x="172020" y="13608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7" name="Google Shape;357;p14"/>
          <p:cNvGrpSpPr/>
          <p:nvPr/>
        </p:nvGrpSpPr>
        <p:grpSpPr>
          <a:xfrm>
            <a:off x="190320" y="1357857"/>
            <a:ext cx="7581691" cy="5901"/>
            <a:chOff x="1890075" y="5241175"/>
            <a:chExt cx="4240556" cy="257700"/>
          </a:xfrm>
        </p:grpSpPr>
        <p:sp>
          <p:nvSpPr>
            <p:cNvPr id="356" name="Google Shape;356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61" name="Google Shape;361;p14"/>
          <p:cNvGrpSpPr/>
          <p:nvPr/>
        </p:nvGrpSpPr>
        <p:grpSpPr>
          <a:xfrm>
            <a:off x="190320" y="1388959"/>
            <a:ext cx="7581691" cy="5901"/>
            <a:chOff x="1890075" y="5241175"/>
            <a:chExt cx="4240556" cy="257700"/>
          </a:xfrm>
        </p:grpSpPr>
        <p:sp>
          <p:nvSpPr>
            <p:cNvPr id="362" name="Google Shape;362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66" name="Google Shape;366;p14"/>
          <p:cNvSpPr txBox="1"/>
          <p:nvPr/>
        </p:nvSpPr>
        <p:spPr>
          <a:xfrm>
            <a:off x="490594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67" name="Google Shape;367;p14"/>
          <p:cNvGrpSpPr/>
          <p:nvPr/>
        </p:nvGrpSpPr>
        <p:grpSpPr>
          <a:xfrm>
            <a:off x="372224" y="1650425"/>
            <a:ext cx="137818" cy="187200"/>
            <a:chOff x="507100" y="1997600"/>
            <a:chExt cx="158375" cy="187200"/>
          </a:xfrm>
        </p:grpSpPr>
        <p:sp>
          <p:nvSpPr>
            <p:cNvPr id="368" name="Google Shape;368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14"/>
          <p:cNvSpPr txBox="1"/>
          <p:nvPr/>
        </p:nvSpPr>
        <p:spPr>
          <a:xfrm>
            <a:off x="3314919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1" name="Google Shape;371;p14"/>
          <p:cNvGrpSpPr/>
          <p:nvPr/>
        </p:nvGrpSpPr>
        <p:grpSpPr>
          <a:xfrm>
            <a:off x="3196549" y="1650425"/>
            <a:ext cx="137818" cy="187200"/>
            <a:chOff x="507100" y="1997600"/>
            <a:chExt cx="158375" cy="187200"/>
          </a:xfrm>
        </p:grpSpPr>
        <p:sp>
          <p:nvSpPr>
            <p:cNvPr id="372" name="Google Shape;372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4" name="Google Shape;374;p14"/>
          <p:cNvSpPr txBox="1"/>
          <p:nvPr/>
        </p:nvSpPr>
        <p:spPr>
          <a:xfrm>
            <a:off x="3314919" y="43673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5" name="Google Shape;375;p14"/>
          <p:cNvGrpSpPr/>
          <p:nvPr/>
        </p:nvGrpSpPr>
        <p:grpSpPr>
          <a:xfrm>
            <a:off x="3196549" y="4473625"/>
            <a:ext cx="137818" cy="187200"/>
            <a:chOff x="507100" y="1997600"/>
            <a:chExt cx="158375" cy="187200"/>
          </a:xfrm>
        </p:grpSpPr>
        <p:sp>
          <p:nvSpPr>
            <p:cNvPr id="376" name="Google Shape;376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" name="Google Shape;378;p14"/>
          <p:cNvGrpSpPr/>
          <p:nvPr/>
        </p:nvGrpSpPr>
        <p:grpSpPr>
          <a:xfrm>
            <a:off x="172050" y="5100163"/>
            <a:ext cx="2852450" cy="4958106"/>
            <a:chOff x="404700" y="4541500"/>
            <a:chExt cx="2852450" cy="5007177"/>
          </a:xfrm>
        </p:grpSpPr>
        <p:sp>
          <p:nvSpPr>
            <p:cNvPr id="379" name="Google Shape;379;p14"/>
            <p:cNvSpPr/>
            <p:nvPr/>
          </p:nvSpPr>
          <p:spPr>
            <a:xfrm>
              <a:off x="404700" y="4574122"/>
              <a:ext cx="2758200" cy="49338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452450" y="4614877"/>
              <a:ext cx="2804700" cy="49338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4"/>
            <p:cNvSpPr txBox="1"/>
            <p:nvPr/>
          </p:nvSpPr>
          <p:spPr>
            <a:xfrm>
              <a:off x="643125" y="4541500"/>
              <a:ext cx="25959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Work Sans"/>
                  <a:ea typeface="Work Sans"/>
                  <a:cs typeface="Work Sans"/>
                  <a:sym typeface="Work Sans"/>
                </a:rPr>
                <a:t>IMPACT</a:t>
              </a:r>
              <a:endParaRPr sz="15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529575" y="4663612"/>
              <a:ext cx="135900" cy="2004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507100" y="4684392"/>
              <a:ext cx="135900" cy="1569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4" name="Google Shape;384;p14"/>
          <p:cNvSpPr txBox="1"/>
          <p:nvPr/>
        </p:nvSpPr>
        <p:spPr>
          <a:xfrm>
            <a:off x="190350" y="11200"/>
            <a:ext cx="7290900" cy="77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2226300" y="513400"/>
            <a:ext cx="32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86" name="Google Shape;386;p14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6">
  <p:cSld name="CUSTOM_2_2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90" name="Google Shape;390;p1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91" name="Google Shape;391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95" name="Google Shape;395;p1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96" name="Google Shape;396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0" name="Google Shape;400;p1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32000" y="31534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Objective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32000" y="4904796"/>
            <a:ext cx="1598400" cy="2850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Results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404" name="Google Shape;404;p15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405" name="Google Shape;405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9" name="Google Shape;409;p15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8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94" name="Google Shape;19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 txBox="1"/>
          <p:nvPr/>
        </p:nvSpPr>
        <p:spPr>
          <a:xfrm>
            <a:off x="428625" y="4256675"/>
            <a:ext cx="7077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latin typeface="Google Sans"/>
                <a:ea typeface="Google Sans"/>
                <a:cs typeface="Google Sans"/>
                <a:sym typeface="Google Sans"/>
              </a:rPr>
              <a:t>Executive summary templates</a:t>
            </a:r>
            <a:endParaRPr b="1" sz="34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428625" y="4866275"/>
            <a:ext cx="7077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Google Sans"/>
                <a:ea typeface="Google Sans"/>
                <a:cs typeface="Google Sans"/>
                <a:sym typeface="Google Sans"/>
              </a:rPr>
              <a:t>Use the Layout dropdown menu to select a template or build your own using these layouts as inspiration. </a:t>
            </a:r>
            <a:endParaRPr sz="21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 txBox="1"/>
          <p:nvPr/>
        </p:nvSpPr>
        <p:spPr>
          <a:xfrm>
            <a:off x="188700" y="1533300"/>
            <a:ext cx="36975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1375">
                <a:latin typeface="Google Sans SemiBold"/>
                <a:ea typeface="Google Sans SemiBold"/>
                <a:cs typeface="Google Sans SemiBold"/>
                <a:sym typeface="Google Sans SemiBold"/>
              </a:rPr>
              <a:t>Project Overview</a:t>
            </a:r>
            <a:endParaRPr sz="1375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421" name="Google Shape;421;p17"/>
          <p:cNvSpPr txBox="1"/>
          <p:nvPr/>
        </p:nvSpPr>
        <p:spPr>
          <a:xfrm>
            <a:off x="287625" y="1859125"/>
            <a:ext cx="73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2" name="Google Shape;422;p17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</p:spPr>
      </p:sp>
      <p:sp>
        <p:nvSpPr>
          <p:cNvPr id="423" name="Google Shape;423;p17"/>
          <p:cNvSpPr txBox="1"/>
          <p:nvPr/>
        </p:nvSpPr>
        <p:spPr>
          <a:xfrm>
            <a:off x="4583375" y="595602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24" name="Google Shape;424;p17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25" name="Google Shape;425;p17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26" name="Google Shape;426;p17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8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</p:spPr>
      </p:sp>
      <p:sp>
        <p:nvSpPr>
          <p:cNvPr id="432" name="Google Shape;432;p18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</p:spPr>
      </p:sp>
      <p:sp>
        <p:nvSpPr>
          <p:cNvPr id="433" name="Google Shape;433;p18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3552100" y="405277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35" name="Google Shape;435;p18"/>
          <p:cNvGrpSpPr/>
          <p:nvPr/>
        </p:nvGrpSpPr>
        <p:grpSpPr>
          <a:xfrm>
            <a:off x="176650" y="131675"/>
            <a:ext cx="5190000" cy="771300"/>
            <a:chOff x="188700" y="665125"/>
            <a:chExt cx="5190000" cy="771300"/>
          </a:xfrm>
        </p:grpSpPr>
        <p:sp>
          <p:nvSpPr>
            <p:cNvPr id="436" name="Google Shape;436;p18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37" name="Google Shape;437;p18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9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</p:spPr>
      </p:sp>
      <p:sp>
        <p:nvSpPr>
          <p:cNvPr id="443" name="Google Shape;443;p19"/>
          <p:cNvSpPr txBox="1"/>
          <p:nvPr/>
        </p:nvSpPr>
        <p:spPr>
          <a:xfrm>
            <a:off x="4467025" y="80247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44" name="Google Shape;444;p19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45" name="Google Shape;445;p19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46" name="Google Shape;446;p19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0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</p:spPr>
      </p:sp>
      <p:grpSp>
        <p:nvGrpSpPr>
          <p:cNvPr id="452" name="Google Shape;452;p20"/>
          <p:cNvGrpSpPr/>
          <p:nvPr/>
        </p:nvGrpSpPr>
        <p:grpSpPr>
          <a:xfrm>
            <a:off x="404725" y="508525"/>
            <a:ext cx="5190000" cy="771300"/>
            <a:chOff x="188700" y="665125"/>
            <a:chExt cx="5190000" cy="771300"/>
          </a:xfrm>
        </p:grpSpPr>
        <p:sp>
          <p:nvSpPr>
            <p:cNvPr id="453" name="Google Shape;453;p20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54" name="Google Shape;454;p20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1"/>
          <p:cNvSpPr txBox="1"/>
          <p:nvPr/>
        </p:nvSpPr>
        <p:spPr>
          <a:xfrm>
            <a:off x="4467025" y="6764100"/>
            <a:ext cx="3006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0" name="Google Shape;460;p21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</p:spPr>
      </p:sp>
      <p:grpSp>
        <p:nvGrpSpPr>
          <p:cNvPr id="461" name="Google Shape;461;p21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2" name="Google Shape;462;p21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63" name="Google Shape;463;p21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22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9" name="Google Shape;469;p22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70" name="Google Shape;470;p22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